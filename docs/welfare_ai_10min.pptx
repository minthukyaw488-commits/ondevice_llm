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미션 한 줄: 복지 안내 + 이상신호 감지 + 개인정보 로컬 보호.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수치로 문제의 규모를 보여준다. 여성·고령·고립이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접근의 한계 → 우리 차별점(온디바이스/지역맞춤/대화형)의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장으로 시스템을 설명. 차별점=온디바이스.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데이터: ①출처(보건복지부 사업안내+대전 공개데이터 24파일) ②형식(PDF/CSV/XLS/XLSX/MD, HWP 향후) ③처리(정제→표구조화→섹션청킹→저품질제거→bge-m3→ChromaDB=3,455청크). 전 과정 로컬.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input→STT→라우팅→(Layer1 RAG / Layer2 이상신호)→LLM 답변+복지사 알림. 모든 처리는 로컬.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작동 데모 2개 + 데이터 규모/성능 수치. data well-managed를 여기서 증명.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연계로 '진짜 사회적 임팩트 프로젝트'임을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주체별 변화 + 정량 KPI. 마지막 한 줄로 미션 재강조.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 완료 강조, 나머지는 계획대로 진행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정직한 한계 공개가 신뢰를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389120"/>
            <a:ext cx="3840480" cy="3840480"/>
          </a:xfrm>
          <a:prstGeom prst="ellipse">
            <a:avLst/>
          </a:prstGeom>
          <a:solidFill>
            <a:srgbClr val="0A2352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371600" cy="137160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대전광역시 · 온디바이스 AI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복지 안내 ·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AI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어르신이 쉽게 묻고, 정확히 답 받고, 위험 신호는 자동 감지되는 복지 도우미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2926080" cy="0"/>
          </a:xfrm>
          <a:prstGeom prst="line">
            <a:avLst/>
          </a:prstGeom>
          <a:noFill/>
          <a:ln w="25400">
            <a:solidFill>
              <a:srgbClr val="E0A8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212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 민뚜쩌 · 박희재 · 오랑거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왜 지금, 대전 독거노인인가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76,662명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대전 독거노인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인구의 5.3%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51578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+24.6%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2022년 대비 증가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1578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3년간 15,135명 늘어남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1637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65.8%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비중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50,426명 ≫ 남성 26,236명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비율 추이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68680" y="4754880"/>
            <a:ext cx="1005840" cy="320040"/>
          </a:xfrm>
          <a:prstGeom prst="roundRect">
            <a:avLst>
              <a:gd name="adj" fmla="val 11429"/>
            </a:avLst>
          </a:prstGeom>
          <a:solidFill>
            <a:srgbClr val="0F2F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68880" y="4343400"/>
            <a:ext cx="1005840" cy="731520"/>
          </a:xfrm>
          <a:prstGeom prst="roundRect">
            <a:avLst>
              <a:gd name="adj" fmla="val 5000"/>
            </a:avLst>
          </a:prstGeom>
          <a:solidFill>
            <a:srgbClr val="0F2F6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31720" y="3886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3317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069080" y="3931920"/>
            <a:ext cx="1005840" cy="1143000"/>
          </a:xfrm>
          <a:prstGeom prst="roundRect">
            <a:avLst>
              <a:gd name="adj" fmla="val 3636"/>
            </a:avLst>
          </a:prstGeom>
          <a:solidFill>
            <a:srgbClr val="E0A8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931920" y="3474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78728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507328" y="3767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리스크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507328" y="4160520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응급상황을 즉시 인지할 보호자·시스템 부재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부족 (디지털 문해력 낮음)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대전광역시 사회지표 (daejeon.go.kr)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해결책의 한계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기반 서비스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노인맞춤돌봄 · 요양보호사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부족이 구조적으로 고착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2043년까지 최대 99만 명 추가 필요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 불안정 → 서비스 질 저하·도농 격차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8698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4730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473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28818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AI 돌봄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28818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케어콜 · 네이버 클로바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43018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기반 → 개인정보 보안 이슈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스크립트 → 지역 맞춤 미반영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'말벗' 수준, 복지 안내 부족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88757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44789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148877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웹·앱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8877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복지로 등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463077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위주 UI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문해력 낮은 고령층에 부적합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접근·이용률 낮음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F2F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인력만으로는 근본 해결 불가 → 지역 맞춤 · 개인정보 보호형 기술적 보완이 필요하다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LLM 기반 독거노인 복지정보 안내 및 이상징후 감지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대화형 안내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LLM + RAG 로 대전 복지 정보를 문서 근거 기반으로 안내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38848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이상징후 감지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패턴 기반으로 이상징후를 감지해 사회복지사에게 알림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BF3E3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0332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차별점   </a:t>
            </a:r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온디바이스(비클라우드) → 개인정보 보안 강화 · 오프라인 환경에서도 작동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 사용자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 독거노인 · 가족 · 사회복지사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78728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53048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53048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발견 · 복지 정보 접근성 향상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— 무엇을 · 어떤 형식으로 · 어떻게 처리했나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73936"/>
            <a:ext cx="457200" cy="45720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739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22576"/>
            <a:ext cx="49469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 「2025 노인보건복지 사업안내」 1·2권 (정책 원문)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대전시 구별 노인복지시설 현황 — 요양·주야간보호·복지관·경로당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 노인맞춤돌봄 · 재가노인 식사배달 현황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328416"/>
            <a:ext cx="4946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모두 공공기관 공개데이터 · 총 24개 파일 (개인정보 없음)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1572768"/>
            <a:ext cx="5196535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65976" y="1773936"/>
            <a:ext cx="457200" cy="45720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6597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1773936"/>
            <a:ext cx="4190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형식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39128" y="2359152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2414016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85432" y="2660904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원문 · 스캔 OCR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36228" y="2359152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2532" y="2414016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282532" y="2660904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돌봄 · 식사배달 현황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39128" y="3054096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85432" y="3108960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XLS / XLSX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85432" y="3355848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시설 현황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36228" y="3054096"/>
            <a:ext cx="22142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82532" y="3108960"/>
            <a:ext cx="19216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/ TXT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282532" y="3355848"/>
            <a:ext cx="1921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문서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739128" y="3383280"/>
            <a:ext cx="4611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HWP(한글 문서)는 현재 PDF로 대체 · 향후 지원 예정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069080"/>
            <a:ext cx="457200" cy="45720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069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파이프라인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548640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3504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머리말·쪽번호 제거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036003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346899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01763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구조화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401763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인식 → 컬럼:값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834262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45158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200022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청킹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200022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항목 단위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32521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943417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98281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저품질 제거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998281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노이즈 청크 삭제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30780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741676" y="4736592"/>
            <a:ext cx="1487363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96540" y="4882896"/>
            <a:ext cx="13776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임베딩·색인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796540" y="5212080"/>
            <a:ext cx="13776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bge-m3 → ChromaDB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229039" y="5193792"/>
            <a:ext cx="310896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539935" y="4736592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0F2F6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539935" y="473659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3,455개
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청크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solidFill>
            <a:srgbClr val="F4F7F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문서 색인·검색 전 과정 로컬 실행 — 대화 데이터는 외부로 전송되지 않습니다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모두 기기 안에서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7744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(음성·문자)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92608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83280" y="1600200"/>
            <a:ext cx="219456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0020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STT (Whisper)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음성인식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57784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35040" y="1600200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라우팅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 vs 복지 질문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377440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707728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2788920"/>
            <a:ext cx="67665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 w="15240">
            <a:solidFill>
              <a:srgbClr val="0F2F6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986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1 · 복지 안내 (RAG)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4612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→ 섹션 청킹 → bge-m3 임베딩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 후보 10 → cross-encoder 재랭킹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게이트 → 상위 3개 근거 선택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0" y="2788920"/>
            <a:ext cx="3870655" cy="1874520"/>
          </a:xfrm>
          <a:prstGeom prst="roundRect">
            <a:avLst>
              <a:gd name="adj" fmla="val 3902"/>
            </a:avLst>
          </a:prstGeom>
          <a:solidFill>
            <a:srgbClr val="FBF3E3"/>
          </a:solidFill>
          <a:ln w="15240">
            <a:solidFill>
              <a:srgbClr val="E0A8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0" y="2898648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2 · 이상신호 감지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3246120"/>
            <a:ext cx="332201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카운트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 감정 점수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baseline 대비 변화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377440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07728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029200"/>
            <a:ext cx="6766560" cy="685800"/>
          </a:xfrm>
          <a:prstGeom prst="roundRect">
            <a:avLst>
              <a:gd name="adj" fmla="val 9333"/>
            </a:avLst>
          </a:prstGeom>
          <a:solidFill>
            <a:srgbClr val="0F2F6F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0292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(EXAONE 3.5)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근거로만 한국어 답변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72400" y="5029200"/>
            <a:ext cx="3870655" cy="685800"/>
          </a:xfrm>
          <a:prstGeom prst="roundRect">
            <a:avLst>
              <a:gd name="adj" fmla="val 9333"/>
            </a:avLst>
          </a:prstGeom>
          <a:solidFill>
            <a:srgbClr val="E0A83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5029200"/>
            <a:ext cx="3687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알림 요약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시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solidFill>
            <a:srgbClr val="EAF0F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전 과정 로컬 · 대화는 기기·가정 네트워크를 벗어나지 않습니다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데모 · 데이터 · 성능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105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810512"/>
            <a:ext cx="335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Q&amp;A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48156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"기초연금은 어떻게 신청하나요?" → 문서 근거 기반 정확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 질문은 지어내지 않고 안전하게 거절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인사·잡담은 따뜻한 대화형 응답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105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0A8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B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61808" y="1810512"/>
            <a:ext cx="335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286000"/>
            <a:ext cx="48156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+ 부정 감정 대화 감지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키워드 시 즉시 긴급 알림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사회복지사 알림 요약 생성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31520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3,455개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청크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 사업안내 + 대전 공개데이터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68698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51578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200문항 정답률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 거절 100% · 사실정확도 98%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8757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71637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+14%p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8371637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 효과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371637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근거 상위노출 완화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 연계 방안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누구와 연결되나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3113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671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주민센터 · 구청 노인복지과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4963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신청·상담 연결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19125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12724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· 생활지원사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4564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알림 → 방문·전화 대응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5137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151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0873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치매안심센터 · 보건소 · 노인복지관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4165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안내 연계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66560" y="205740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40880" y="219456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4203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경로당·복지관에 허브(태블릿·미니PC) 배치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어르신은 같은 WiFi로 접속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구청 협조로 지역 데이터 주기적 갱신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040880" y="374904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지속가능한가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09651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비용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부담 낮음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지자체가 적은 부담으로 도입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사회적 임팩트 — 누구에게 어떤 변화를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향상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대응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외로움·고립 완화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68698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3018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3018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징후 조기 파악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한정된 인력의 선택과 집중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방문 대상 식별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88757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63077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63077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사각지대 축소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고독사 예방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저비용으로 확산 가능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“혼자가 아니라고 느끼게 하는 기술”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현황과 계획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대화 (RAG Q&amp;A)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오늘 발표 핵심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3458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09490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949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13578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627778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27778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70778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(고도화 예정)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8277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4309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4309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18397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기능 융합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432597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32597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575597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완료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 (STT·TTS)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22960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965960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구현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53458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09490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0949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313578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UI/UX (모바일·PWA)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4627778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27778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770778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158277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14309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14309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118397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실증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8432597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432597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575597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 구축 · 현장 실증 예정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48920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4400" y="489204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  </a:t>
            </a:r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 시범 운영 · HWP 문서 지원 · 사람·LLM 평가 보강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정직한 평가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평가셋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제작(held-out 미구성)·키워드 기반 → 사람·LLM 평가로 보강 예정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형식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 미지원 (현재 PDF로 대체)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0448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1538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어르신 대상 파일럿 필요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분석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분류 한계 → 규칙 기반으로 보정 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8728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07328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허브 필요 → 저사양 최적화 과제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E0A8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3794760"/>
            <a:ext cx="5364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알고, 다음 단계 계획이 있다 = 신뢰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2026-09-09T12:30:14Z</dcterms:created>
  <dcterms:modified xsi:type="dcterms:W3CDTF">2026-09-09T12:30:14Z</dcterms:modified>
</cp:coreProperties>
</file>